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开场。亮明身份：温医信管，经历过传统开发时代。主线：从样品到产品。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导航页：交代叙事弧线，让听众有预期。一句话带过即可。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~35秒。用传统流程建立对比基准，让听众感受『以前的重量』。语速放稳。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~30秒。先正向肯定 AI，再用『但是』引出下一段的转折，更有张力。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~50秒。全场最有干货的段落。三个问题各停顿。如有条件，大屏展示 AI 生成代码 vs 真实生产代码对比截图。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~60秒。主题核心。用对比让听众感受两条路的本质差异：从玩具到可落地产品。态度要笃定。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~25秒。商业要素点到为止，起到格局拉升、扣 OPC 主题的作用。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收尾。重读金句，留停顿，再说谢谢大家。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25880"/>
            <a:ext cx="502920" cy="54864"/>
          </a:xfrm>
          <a:prstGeom prst="rect">
            <a:avLst/>
          </a:prstGeom>
          <a:solidFill>
            <a:srgbClr val="C056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CD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全国创新创业大会  ·  AI OPC  ·  学生代表分享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" y="22402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从样品，到</a:t>
            </a:r>
            <a:pPr indent="0" marL="0">
              <a:buNone/>
            </a:pPr>
            <a:r>
              <a:rPr lang="en-US" sz="66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D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时代信息系统开发的落地之路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冯晨煜</a:t>
            </a:r>
            <a:pPr indent="0" marL="0">
              <a:buNone/>
            </a:pPr>
            <a:r>
              <a:rPr lang="en-US" sz="1300" dirty="0">
                <a:solidFill>
                  <a:srgbClr val="C9CD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温州医科大学 · 信息管理与信息系统专业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pPr algn="r"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/ 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全场主线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一条线，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讲透一件事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经历传统开发，拥抱 AI，撞上落地的墙，再用 AI Native 把它补上，最后让产品被看见。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0" y="1143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我是谁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传统开发时代的信管学生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011680"/>
            <a:ext cx="539496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21214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2167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转折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66560" y="2578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拥抱 AI，48 小时跑出原型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3035808"/>
            <a:ext cx="539496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145536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31912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核心痛点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66560" y="3602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做出了骨骼，却没有血肉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4059936"/>
            <a:ext cx="539496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4169664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42153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我们的答案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66560" y="46268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Native，而非 AI 辅助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0" y="5084064"/>
            <a:ext cx="539496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5193792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52395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商业落地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766560" y="5650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做出来，更要被看见：SEO → GEO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de_b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0"/>
            <a:ext cx="46177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pPr algn="r"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/  08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44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— 我是谁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14400" y="100584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传统开发时代的信管学生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温州医科大学 · 信息管理与信息系统专业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这个专业天然横跨「医疗业务需求」与「技术实现」两端。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传统开发，是这样走完的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121408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21408" y="42976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原型设计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328416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28416" y="42976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数据库建模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35424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35424" y="42976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前后端联调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742432" y="4023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42432" y="42976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反复测试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14400" y="5074920"/>
            <a:ext cx="45720" cy="960120"/>
          </a:xfrm>
          <a:prstGeom prst="rect">
            <a:avLst/>
          </a:prstGeom>
          <a:solidFill>
            <a:srgbClr val="C0563A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502920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每一行代码都要自己写，每一个字段都要自己想清楚。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做系统，是有门槛的——而且这个门槛很重。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ack_b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0"/>
            <a:ext cx="46177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pPr algn="r"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/  08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44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— 转折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14400" y="100584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时代来了，我们做了什么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过去需要两周的系统原型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</a:t>
            </a:r>
            <a:pPr indent="0" marL="0">
              <a:buNone/>
            </a:pPr>
            <a:r>
              <a:rPr lang="en-US" sz="32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小时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914400" y="43434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就跑了起来 —— 一次黑客松里的亲身经历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983480"/>
            <a:ext cx="594360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1206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页面精美、逻辑清晰，演示效果惊艳；AI 真的把执行门槛大大降低了。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715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但当我们想真正用起来—— </a:t>
            </a:r>
            <a:pPr indent="0" marL="0">
              <a:buNone/>
            </a:pPr>
            <a:r>
              <a:rPr lang="en-US" sz="17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问题，才暴露出来。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pPr algn="r"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/ 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— 核心痛点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做出了骨骼，却没有血肉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09444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240280"/>
            <a:ext cx="34747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安全性缺失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03520" y="2240280"/>
            <a:ext cx="6400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没有角色权限，数据库结构暴露，高并发直接崩溃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081528"/>
            <a:ext cx="103327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0555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136392"/>
            <a:ext cx="34747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无法维护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5303520" y="3136392"/>
            <a:ext cx="6400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代码逻辑混乱，改一处动全身，团队接手无从下手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14400" y="3977640"/>
            <a:ext cx="1033272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166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032504"/>
            <a:ext cx="34747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无法适配真实场景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5303520" y="4032504"/>
            <a:ext cx="6400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页面美观，却不符合业务流程；要打磨处 AI 做不到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能让想法快速成形，但它做出来的是 </a:t>
            </a:r>
            <a:pPr indent="0" marL="0">
              <a:buNone/>
            </a:pPr>
            <a:r>
              <a:rPr lang="en-US" sz="22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样品</a:t>
            </a:r>
            <a:pPr indent="0" marL="0">
              <a:buNone/>
            </a:pPr>
            <a:r>
              <a:rPr lang="en-US" sz="22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，不是 </a:t>
            </a:r>
            <a:pPr indent="0" marL="0">
              <a:buNone/>
            </a:pPr>
            <a:r>
              <a:rPr lang="en-US" sz="22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pPr indent="0" marL="0">
              <a:buNone/>
            </a:pPr>
            <a:r>
              <a:rPr lang="en-US" sz="22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rame_b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0"/>
            <a:ext cx="46177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pPr algn="r"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/  08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44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— 我们的答案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14400" y="100584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Native，而不是 AI 辅助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A · AI 辅助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先有传统框架，再用 AI 打补丁。效率提升有限，原来的问题依然存在。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3703320"/>
            <a:ext cx="594360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8404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 B · AI Native（我们的选择）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从顶层框架设计入手，AI 是核心设计者，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人来定义系统目标与约束边界。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5440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人定义目标 → AI 搭建骨架 → 人填血肉、做落地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pPr algn="r"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/ 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— 商业落地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产品做出来，还要让人找到它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技术落地只是第一步。做出来，更要被看见。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54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3154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传统时代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SEO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914400" y="46634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76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用户用搜索引擎找东西，我们优化让引擎找到你。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94960" y="3611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4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1546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3154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时代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46520" y="3611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GEO</a:t>
            </a:r>
            <a:endParaRPr lang="en-US" sz="6000" dirty="0"/>
          </a:p>
        </p:txBody>
      </p:sp>
      <p:sp>
        <p:nvSpPr>
          <p:cNvPr id="14" name="Text 10"/>
          <p:cNvSpPr/>
          <p:nvPr/>
        </p:nvSpPr>
        <p:spPr>
          <a:xfrm>
            <a:off x="6492240" y="4663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D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生成引擎优化：让 AI 在回答用户问题时，主动推荐你的产品。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83080"/>
            <a:ext cx="502920" cy="54864"/>
          </a:xfrm>
          <a:prstGeom prst="rect">
            <a:avLst/>
          </a:prstGeom>
          <a:solidFill>
            <a:srgbClr val="C056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402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我们做的不是追赶 AI，</a:t>
            </a:r>
            <a:endParaRPr lang="en-US" sz="4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而是定义 AI </a:t>
            </a:r>
            <a:pPr indent="0" marL="0">
              <a:lnSpc>
                <a:spcPts val="6000"/>
              </a:lnSpc>
              <a:buNone/>
            </a:pPr>
            <a:r>
              <a:rPr lang="en-US" sz="4400" b="1" dirty="0">
                <a:solidFill>
                  <a:srgbClr val="C056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该怎么用。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5212080"/>
            <a:ext cx="4206240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从信管学生，到 AI 产品实践者 —— 这，就是我理解的 AI OPC。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AA1A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谢谢大家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从样品到产品 · AI OPC</dc:title>
  <dc:subject>PptxGenJS Presentation</dc:subject>
  <dc:creator>冯晨煜</dc:creator>
  <cp:lastModifiedBy>冯晨煜</cp:lastModifiedBy>
  <cp:revision>1</cp:revision>
  <dcterms:created xsi:type="dcterms:W3CDTF">2026-06-22T15:30:10Z</dcterms:created>
  <dcterms:modified xsi:type="dcterms:W3CDTF">2026-06-22T15:30:10Z</dcterms:modified>
</cp:coreProperties>
</file>